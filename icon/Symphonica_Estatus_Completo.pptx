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97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ESTATUS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SYMPHONICA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 Infraestructura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200400"/>
            <a:ext cx="45720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7 de abril de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389120"/>
            <a:ext cx="256032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720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22960" y="5257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0" y="4389120"/>
            <a:ext cx="2560320" cy="1463040"/>
          </a:xfrm>
          <a:prstGeom prst="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45720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657600" y="5257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4389120"/>
            <a:ext cx="2560320" cy="1463040"/>
          </a:xfrm>
          <a:prstGeom prst="rect">
            <a:avLst/>
          </a:prstGeom>
          <a:solidFill>
            <a:srgbClr val="78350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5720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92240" y="5257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326880" y="4389120"/>
            <a:ext cx="2560320" cy="1463040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45720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326880" y="5257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10312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822960"/>
            <a:ext cx="2103120" cy="1280160"/>
          </a:xfrm>
          <a:prstGeom prst="roundRect">
            <a:avLst>
              <a:gd name="adj" fmla="val 7143"/>
            </a:avLst>
          </a:prstGeom>
          <a:solidFill>
            <a:srgbClr val="065F46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9144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60320" y="1508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7830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822960"/>
            <a:ext cx="2103120" cy="1280160"/>
          </a:xfrm>
          <a:prstGeom prst="roundRect">
            <a:avLst>
              <a:gd name="adj" fmla="val 7143"/>
            </a:avLst>
          </a:prstGeom>
          <a:solidFill>
            <a:srgbClr val="92400E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9144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46320" y="1508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7830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32320" y="822960"/>
            <a:ext cx="2103120" cy="1280160"/>
          </a:xfrm>
          <a:prstGeom prst="roundRect">
            <a:avLst>
              <a:gd name="adj" fmla="val 7143"/>
            </a:avLst>
          </a:prstGeom>
          <a:solidFill>
            <a:srgbClr val="991B1B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9144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132320" y="1508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0" y="17830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418320" y="822960"/>
            <a:ext cx="2103120" cy="1280160"/>
          </a:xfrm>
          <a:prstGeom prst="roundRect">
            <a:avLst>
              <a:gd name="adj" fmla="val 7143"/>
            </a:avLst>
          </a:prstGeom>
          <a:solidFill>
            <a:srgbClr val="312E81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9144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418320" y="1508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Prior.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418320" y="17830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2331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ESTADO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697480"/>
            <a:ext cx="137160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1645920" y="2697480"/>
            <a:ext cx="457200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0" y="2697480"/>
            <a:ext cx="5486400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" y="3108960"/>
            <a:ext cx="164592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0906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Completado: 3 (12%)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0" y="3108960"/>
            <a:ext cx="164592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343400" y="30906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Progreso: 10 (40%)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955280" y="3108960"/>
            <a:ext cx="164592" cy="1645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8183880" y="30906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Pendiente: 12 (48%)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3474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POR PRIORIDAD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" y="3840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Alta: 12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737360" y="3931920"/>
            <a:ext cx="4663440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10972800" y="3840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4343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Media: 8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737360" y="4434840"/>
            <a:ext cx="3108960" cy="2011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0" name="Text 38"/>
          <p:cNvSpPr/>
          <p:nvPr/>
        </p:nvSpPr>
        <p:spPr>
          <a:xfrm>
            <a:off x="10972800" y="43434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74320" y="4846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Baja: 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737360" y="4937760"/>
            <a:ext cx="1943100" cy="20116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3" name="Text 41"/>
          <p:cNvSpPr/>
          <p:nvPr/>
        </p:nvSpPr>
        <p:spPr>
          <a:xfrm>
            <a:off x="10972800" y="4846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generado el 7 de abril de 2026  ·  Symphonica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 INICIATIVAS  —  Parte 1 de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0" y="91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 abril de 2026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116128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560320"/>
                <a:gridCol w="1097280"/>
                <a:gridCol w="822960"/>
                <a:gridCol w="1463040"/>
                <a:gridCol w="1371600"/>
                <a:gridCol w="393192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Iniciativa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Estado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Prioridad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Responsable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Notas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Operación PyME sobre rOLTs.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Completed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Alta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Germán Burgos Burgoa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4748B"/>
                          </a:solidFill>
                        </a:rPr>
                        <a:t>PM-7438 [FTTH Nacional CR1]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Se inciarán pruebas UAT mañana 17-marzo con Harmonic y Technetix.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Correo: Intraway | Cotización Servicios QA &amp; DEV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In progress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Alta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Laura Alonso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4748B"/>
                          </a:solidFill>
                        </a:rPr>
                        <a:t>Email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Revisar con Ariel si quiere que veamos la cotización en una llamada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Dashboad de ONT Status en Sentinel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Alta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Laura Alonso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4748B"/>
                          </a:solidFill>
                        </a:rPr>
                        <a:t>Sentinel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Comentarle a Ariel que podemos hacerlo con el ME pero se le descuentan los días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Pasar NE a Operativo y No Op - Traspaso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Alta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Laura Alonso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4748B"/>
                          </a:solidFill>
                        </a:rPr>
                        <a:t>KT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Revisar cómo podríamos hacer el traspaso de conocimiento a Operaciones/Ingenieria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Pruebas de aprovisionamiento en Symphonica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Alta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Laura Alonso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4748B"/>
                          </a:solidFill>
                        </a:rPr>
                        <a:t>KT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Revisar con Ger si ya se inició con este traspaso de conocimiento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Carga de OLTs/rOLTs en Sym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</a:rPr>
                        <a:t>Media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Laura Alonso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4748B"/>
                          </a:solidFill>
                        </a:rPr>
                        <a:t>Provisioning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Revisar internamente requisitos y alinear próx pasos con Ariel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Correo: Recorrido Symphonica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</a:rPr>
                        <a:t>Media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Walter Strauss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4748B"/>
                          </a:solidFill>
                        </a:rPr>
                        <a:t>Training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Revisar correo de Ariel que solicitó algunos items para próxima reunión/sesión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CR 4 intraway. Robustecimiento cOS Harmonic.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In progress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Alta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P.Castillo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4748B"/>
                          </a:solidFill>
                        </a:rPr>
                        <a:t>PM-7438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Organizar reunión conjunta con Ariel y Blandon de Harmonic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 INICIATIVAS  —  Parte 2 de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0" y="91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 abril de 2026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116128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560320"/>
                <a:gridCol w="1097280"/>
                <a:gridCol w="822960"/>
                <a:gridCol w="1463040"/>
                <a:gridCol w="1371600"/>
                <a:gridCol w="393192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Iniciativa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Estado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Prioridad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Responsable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Notas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Predescubrimiento sobre rOLTs.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In progress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Alta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Laura Alonso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4748B"/>
                          </a:solidFill>
                        </a:rPr>
                        <a:t>REQUERIMIENTO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Reconfirmar protocolos con proveedores Pablo y Fran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IMS ZTE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In progress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Alta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Laura Alonso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4748B"/>
                          </a:solidFill>
                        </a:rPr>
                        <a:t>PM-7557 [B2C]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Revisar la definición de migración de servicios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SUP-25601 - Symphonica Izzimxhfc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</a:rPr>
                        <a:t>Media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Laura Alonso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4748B"/>
                          </a:solidFill>
                        </a:rPr>
                        <a:t>Jira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Reunión conjunta con Picaso, Ariel y Pablo para modificar alta de CM y MTA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Nuevos modelos de ONT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Completed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Alta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P.Castillo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4748B"/>
                          </a:solidFill>
                        </a:rPr>
                        <a:t>PM-7564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Se realizó VM el día 6 de Marzo para residencial.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Mover instancias no-productivas AWS.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In progress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Alta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AWS Team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4748B"/>
                          </a:solidFill>
                        </a:rPr>
                        <a:t>COMPRAS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iZZi : Proceso Comercial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Automatización telefonía pyme.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In progress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Alta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Laura Alonso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4748B"/>
                          </a:solidFill>
                        </a:rPr>
                        <a:t>SOW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Revisión conjunta para revalidar las cotizaciones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Licenciamiento.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In progress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Alta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P.Castillo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4748B"/>
                          </a:solidFill>
                        </a:rPr>
                        <a:t>REQUERIMIENTO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Documento inicial Feb/2026. Update consumo 25/Marzo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Migración de OLTs a un BNG local (AFTR)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In progress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</a:rPr>
                        <a:t>Baja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Laura Alonso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4748B"/>
                          </a:solidFill>
                        </a:rPr>
                        <a:t>PM-7564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Coordinación con Ariel para recurso en caso de VM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 INICIATIVAS  —  Parte 3 de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0" y="91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 abril de 2026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116128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560320"/>
                <a:gridCol w="1097280"/>
                <a:gridCol w="822960"/>
                <a:gridCol w="1463040"/>
                <a:gridCol w="1371600"/>
                <a:gridCol w="393192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Iniciativa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Estado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Prioridad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Responsable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Notas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Nuevo perfil para community Wi-Fi.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</a:rPr>
                        <a:t>Baja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pcastillob@izzi.mx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4748B"/>
                          </a:solidFill>
                        </a:rPr>
                        <a:t>Technical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Identificar quién lo lleva para entender requerimiento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PyMEs en tenant IZZIMX.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</a:rPr>
                        <a:t>Baja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P.Castillo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4748B"/>
                          </a:solidFill>
                        </a:rPr>
                        <a:t>IW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¿Qué se necesita de IW? Luego del pedido, priorización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VLAN para STBs izzi.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</a:rPr>
                        <a:t>Baja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P.Castillo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4748B"/>
                          </a:solidFill>
                        </a:rPr>
                        <a:t>Backlog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¿Proyecto o pedido para el backlog del ME?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Retirar enmascaramiento Symphonica.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</a:rPr>
                        <a:t>Baja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Security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4748B"/>
                          </a:solidFill>
                        </a:rPr>
                        <a:t>Mantenimiento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A la espera de novedades una vez avance iZZi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21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Caso AWS: Flapeo rutas BGP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</a:rPr>
                        <a:t>Media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Network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4748B"/>
                          </a:solidFill>
                        </a:rPr>
                        <a:t>Case 177258093600099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Revisar con Pablo si se sigue presentando y por qué sigue llegando correo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Evolución GPON MTY.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In progress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</a:rPr>
                        <a:t>Media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P.Castillo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4748B"/>
                          </a:solidFill>
                        </a:rPr>
                        <a:t>PROPOSAL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Reclamar feedback a Pablo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23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Revisión datos para soporte.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Completed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</a:rPr>
                        <a:t>Media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Support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4748B"/>
                          </a:solidFill>
                        </a:rPr>
                        <a:t>PM-7564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Cerrado, se realizó VM el jueves pasado. Sin pendientes en Sym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Automatización IPv4 fija para pyme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</a:rPr>
                        <a:t>Media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Laura Alonso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4748B"/>
                          </a:solidFill>
                        </a:rPr>
                        <a:t>PROPOSAL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Propuesta enviada, esperar feedback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 INICIATIVAS  —  Parte 4 de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0" y="91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 abril de 2026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116128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560320"/>
                <a:gridCol w="1097280"/>
                <a:gridCol w="822960"/>
                <a:gridCol w="1463040"/>
                <a:gridCol w="1371600"/>
                <a:gridCol w="393192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Iniciativa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Estado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Prioridad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Responsable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Notas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PM-7464. Homologación AAA Zequenze.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In progress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</a:rPr>
                        <a:t>Media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Laura Alonso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4748B"/>
                          </a:solidFill>
                        </a:rPr>
                        <a:t>AAA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Acordar fecha de pruebas priorizando con otros proyectos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Iniciativas prioritarias y acciones recomendadas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4572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9456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48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Correo: Intraway | Cotización Servicios QA &amp; DEV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3957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 ·  Resp: Laura Alonso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834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Dashboad de ONT Status en Sentinel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30815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  ·  Resp: Laura Alonso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356616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NE a Operativo y No Op - Traspaso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7673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  ·  Resp: Laura Alonso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425196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aprovisionamiento en Symphonica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44531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  ·  Resp: Laura Alonso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493776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892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4 intraway. Robustecimiento cOS Harmonic.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51389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 ·  Resp: P.Castillo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0" y="201168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35440" y="26517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698480" y="2651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35440" y="3154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Proceso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698480" y="3154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35440" y="3657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698480" y="3657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35440" y="4160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Prior.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698480" y="4160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6459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0" y="28346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Symphonica Management  —  Ingeniería e Infraestructura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0" y="3429000"/>
            <a:ext cx="3959352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36576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 abril de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11480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consulta: contactar al equipo de Ingeniería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2026-04-07T22:37:33Z</dcterms:created>
  <dcterms:modified xsi:type="dcterms:W3CDTF">2026-04-07T22:37:33Z</dcterms:modified>
</cp:coreProperties>
</file>